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EB Garamond 08" panose="02020502060206020404" pitchFamily="18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1D"/>
    <a:srgbClr val="FFF8E7"/>
    <a:srgbClr val="2D2420"/>
    <a:srgbClr val="175533"/>
    <a:srgbClr val="007E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C87CB0-9CBC-4550-9181-3D29EDCD542B}" v="1" dt="2026-10-24T17:19:40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Tufano" userId="ec3d12a3-37d2-47a4-8e2d-874a1288a7d3" providerId="ADAL" clId="{960DC437-9B26-4BFF-91D1-9B46A0A0DC58}"/>
    <pc:docChg chg="modSld">
      <pc:chgData name="Antonio Tufano" userId="ec3d12a3-37d2-47a4-8e2d-874a1288a7d3" providerId="ADAL" clId="{960DC437-9B26-4BFF-91D1-9B46A0A0DC58}" dt="2026-10-24T17:34:20.433" v="2" actId="767"/>
      <pc:docMkLst>
        <pc:docMk/>
      </pc:docMkLst>
      <pc:sldChg chg="addSp modSp setBg">
        <pc:chgData name="Antonio Tufano" userId="ec3d12a3-37d2-47a4-8e2d-874a1288a7d3" providerId="ADAL" clId="{960DC437-9B26-4BFF-91D1-9B46A0A0DC58}" dt="2026-10-24T17:34:20.433" v="2" actId="767"/>
        <pc:sldMkLst>
          <pc:docMk/>
          <pc:sldMk cId="0" sldId="261"/>
        </pc:sldMkLst>
        <pc:spChg chg="add mod">
          <ac:chgData name="Antonio Tufano" userId="ec3d12a3-37d2-47a4-8e2d-874a1288a7d3" providerId="ADAL" clId="{960DC437-9B26-4BFF-91D1-9B46A0A0DC58}" dt="2026-10-24T17:34:20.433" v="2" actId="767"/>
          <ac:spMkLst>
            <pc:docMk/>
            <pc:sldMk cId="0" sldId="261"/>
            <ac:spMk id="35" creationId="{616B59D3-9CD7-AD1C-F0CE-FA81C39693C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5E601-081E-4ABF-990F-1A9929C4FED9}" type="datetimeFigureOut">
              <a:rPr lang="it-IT" smtClean="0"/>
              <a:t>29/10/2026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D0026-9281-46EB-9602-BFD45DEF10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3153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D0026-9281-46EB-9602-BFD45DEF10E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956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599" y="661986"/>
            <a:ext cx="291034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400" b="0" i="0" u="none" dirty="0">
                <a:solidFill>
                  <a:srgbClr val="10B981"/>
                </a:solidFill>
                <a:latin typeface="Consolas" panose="020B0609020204030204" pitchFamily="49" charset="0"/>
              </a:rPr>
              <a:t>Inserire Data</a:t>
            </a:r>
            <a:endParaRPr sz="2400" b="0" i="0" u="none" dirty="0">
              <a:solidFill>
                <a:srgbClr val="10B98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2166937"/>
            <a:ext cx="6538452" cy="873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it-IT" sz="6600" b="1" i="0" u="none" dirty="0">
                <a:solidFill>
                  <a:srgbClr val="F5F5F5"/>
                </a:solidFill>
                <a:latin typeface="EB Garamond 08" panose="02020502060206020404" pitchFamily="18" charset="0"/>
              </a:rPr>
              <a:t>Diario di Bordo X</a:t>
            </a:r>
            <a:endParaRPr sz="6600" b="1" i="0" u="none" dirty="0">
              <a:solidFill>
                <a:srgbClr val="F5F5F5"/>
              </a:solidFill>
              <a:latin typeface="EB Garamond 08" panose="020205020602060204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3109675"/>
            <a:ext cx="339195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0" i="0" u="none" dirty="0">
                <a:solidFill>
                  <a:srgbClr val="A3A3A3"/>
                </a:solidFill>
                <a:latin typeface="Consolas" panose="020B0609020204030204" pitchFamily="49" charset="0"/>
              </a:rPr>
              <a:t>Ingegneria del Software</a:t>
            </a:r>
            <a:endParaRPr sz="2100" b="0" i="0" u="none" dirty="0">
              <a:solidFill>
                <a:srgbClr val="A3A3A3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599" y="5909090"/>
            <a:ext cx="44505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10B981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99" y="6118640"/>
            <a:ext cx="186910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5F5F5"/>
                </a:solidFill>
                <a:latin typeface="Consolas" panose="020B0609020204030204" pitchFamily="49" charset="0"/>
              </a:rPr>
              <a:t>Bit Crusher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2DD68F8B-1398-4388-D53A-5917C83CF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784" y="42863"/>
            <a:ext cx="2124074" cy="2124074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0DFECF31-71BA-AD8B-E7BD-B8936DD14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730" y="5758189"/>
            <a:ext cx="2187670" cy="980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95500"/>
            <a:ext cx="26670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9097" y="609600"/>
            <a:ext cx="47288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0F172A"/>
                </a:solidFill>
                <a:latin typeface="Consolas" panose="020B0609020204030204" pitchFamily="49" charset="0"/>
              </a:rPr>
              <a:t>//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62025"/>
            <a:ext cx="329577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Stato di </a:t>
            </a:r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Avanzamento</a:t>
            </a:r>
            <a:endParaRPr sz="3000" b="1" i="0" u="none" dirty="0">
              <a:solidFill>
                <a:srgbClr val="171717"/>
              </a:solidFill>
              <a:latin typeface="EB Garamond 08" panose="020205020602060204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2890" y="2106561"/>
            <a:ext cx="3830894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0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Titolo: </a:t>
            </a:r>
            <a:r>
              <a:rPr lang="it-IT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Descrizione</a:t>
            </a:r>
            <a:r>
              <a:rPr lang="it-IT" sz="200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it-IT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breve</a:t>
            </a:r>
            <a:r>
              <a:rPr lang="it-IT" sz="200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algn="l"/>
            <a:endParaRPr sz="20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F09C3C0-F534-5DC3-FD65-B22E092E0003}"/>
              </a:ext>
            </a:extLst>
          </p:cNvPr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124BCC8-93D4-D7E8-7C92-063DCA218C6F}"/>
              </a:ext>
            </a:extLst>
          </p:cNvPr>
          <p:cNvSpPr txBox="1"/>
          <p:nvPr/>
        </p:nvSpPr>
        <p:spPr>
          <a:xfrm>
            <a:off x="609600" y="5707648"/>
            <a:ext cx="786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u="none" dirty="0">
                <a:solidFill>
                  <a:srgbClr val="175533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90DAF82-DC87-58FE-9CDB-1EE1951B6747}"/>
              </a:ext>
            </a:extLst>
          </p:cNvPr>
          <p:cNvSpPr txBox="1"/>
          <p:nvPr/>
        </p:nvSpPr>
        <p:spPr>
          <a:xfrm>
            <a:off x="609600" y="60175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400" b="1" i="0" u="none" dirty="0">
                <a:latin typeface="Consolas" panose="020B0609020204030204" pitchFamily="49" charset="0"/>
              </a:rPr>
              <a:t>Bit </a:t>
            </a:r>
            <a:r>
              <a:rPr lang="it-IT" sz="2400" b="1" i="0" u="none" dirty="0" err="1">
                <a:latin typeface="Consolas" panose="020B0609020204030204" pitchFamily="49" charset="0"/>
              </a:rPr>
              <a:t>Crusher</a:t>
            </a:r>
            <a:endParaRPr lang="it-IT" sz="2400" b="1" i="0" u="none" dirty="0">
              <a:latin typeface="Consolas" panose="020B0609020204030204" pitchFamily="49" charset="0"/>
            </a:endParaRP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4975564B-2A6D-4096-8C25-2AADA05A7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768" y="5695759"/>
            <a:ext cx="1838632" cy="823998"/>
          </a:xfrm>
          <a:prstGeom prst="rect">
            <a:avLst/>
          </a:prstGeom>
        </p:spPr>
      </p:pic>
      <p:pic>
        <p:nvPicPr>
          <p:cNvPr id="10" name="Picture 1" descr="image.png">
            <a:extLst>
              <a:ext uri="{FF2B5EF4-FFF2-40B4-BE49-F238E27FC236}">
                <a16:creationId xmlns:a16="http://schemas.microsoft.com/office/drawing/2014/main" id="{8C6C6752-DAFA-D3FE-A4CE-131B54285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62749"/>
            <a:ext cx="266700" cy="323850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06A5C7A1-A4FB-5CE8-2B82-4D5F978F0127}"/>
              </a:ext>
            </a:extLst>
          </p:cNvPr>
          <p:cNvSpPr txBox="1"/>
          <p:nvPr/>
        </p:nvSpPr>
        <p:spPr>
          <a:xfrm>
            <a:off x="1002890" y="2573810"/>
            <a:ext cx="3830894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0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Titolo: </a:t>
            </a:r>
            <a:r>
              <a:rPr lang="it-IT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Descrizione</a:t>
            </a:r>
            <a:r>
              <a:rPr lang="it-IT" sz="200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it-IT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breve</a:t>
            </a:r>
            <a:r>
              <a:rPr lang="it-IT" sz="200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algn="l"/>
            <a:endParaRPr sz="20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pic>
        <p:nvPicPr>
          <p:cNvPr id="15" name="Picture 1" descr="image.png">
            <a:extLst>
              <a:ext uri="{FF2B5EF4-FFF2-40B4-BE49-F238E27FC236}">
                <a16:creationId xmlns:a16="http://schemas.microsoft.com/office/drawing/2014/main" id="{84C5B71F-F369-E7E4-E197-E4C0F638A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28148"/>
            <a:ext cx="266700" cy="323850"/>
          </a:xfrm>
          <a:prstGeom prst="rect">
            <a:avLst/>
          </a:prstGeom>
        </p:spPr>
      </p:pic>
      <p:sp>
        <p:nvSpPr>
          <p:cNvPr id="17" name="TextBox 6">
            <a:extLst>
              <a:ext uri="{FF2B5EF4-FFF2-40B4-BE49-F238E27FC236}">
                <a16:creationId xmlns:a16="http://schemas.microsoft.com/office/drawing/2014/main" id="{2E3DACEB-1F05-A852-C847-E9BDC25ACCE6}"/>
              </a:ext>
            </a:extLst>
          </p:cNvPr>
          <p:cNvSpPr txBox="1"/>
          <p:nvPr/>
        </p:nvSpPr>
        <p:spPr>
          <a:xfrm>
            <a:off x="1002890" y="3039209"/>
            <a:ext cx="3830894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0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Titolo: </a:t>
            </a:r>
            <a:r>
              <a:rPr lang="it-IT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Descrizione</a:t>
            </a:r>
            <a:r>
              <a:rPr lang="it-IT" sz="200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it-IT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breve</a:t>
            </a:r>
            <a:r>
              <a:rPr lang="it-IT" sz="200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algn="l"/>
            <a:endParaRPr sz="20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68825"/>
            <a:ext cx="30480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47288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0F172A"/>
                </a:solidFill>
                <a:latin typeface="Consolas" panose="020B0609020204030204" pitchFamily="49" charset="0"/>
              </a:rPr>
              <a:t>//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81075"/>
            <a:ext cx="4841069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Obiettivi</a:t>
            </a:r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 </a:t>
            </a:r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Futuri</a:t>
            </a:r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 a Breve Termine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69510"/>
            <a:ext cx="162223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Obiettivo 1</a:t>
            </a:r>
            <a:endParaRPr sz="21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2349825"/>
            <a:ext cx="1989327" cy="2756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Breve descrizione</a:t>
            </a:r>
            <a:endParaRPr sz="1650" b="0" i="0" u="none" dirty="0">
              <a:solidFill>
                <a:srgbClr val="525252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7459626-C189-1840-3650-89AD86D62962}"/>
              </a:ext>
            </a:extLst>
          </p:cNvPr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F94A5F0-1AD4-DE7B-46DC-A767BDCAF625}"/>
              </a:ext>
            </a:extLst>
          </p:cNvPr>
          <p:cNvSpPr txBox="1"/>
          <p:nvPr/>
        </p:nvSpPr>
        <p:spPr>
          <a:xfrm>
            <a:off x="609600" y="5707648"/>
            <a:ext cx="786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u="none" dirty="0">
                <a:solidFill>
                  <a:srgbClr val="175533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0E6A184-41ED-2EA1-E0D4-105CA18BDAC2}"/>
              </a:ext>
            </a:extLst>
          </p:cNvPr>
          <p:cNvSpPr txBox="1"/>
          <p:nvPr/>
        </p:nvSpPr>
        <p:spPr>
          <a:xfrm>
            <a:off x="609600" y="60175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400" b="1" i="0" u="none" dirty="0">
                <a:latin typeface="Consolas" panose="020B0609020204030204" pitchFamily="49" charset="0"/>
              </a:rPr>
              <a:t>Bit </a:t>
            </a:r>
            <a:r>
              <a:rPr lang="it-IT" sz="2400" b="1" i="0" u="none" dirty="0" err="1">
                <a:latin typeface="Consolas" panose="020B0609020204030204" pitchFamily="49" charset="0"/>
              </a:rPr>
              <a:t>Crusher</a:t>
            </a:r>
            <a:endParaRPr lang="it-IT" sz="2400" b="1" i="0" u="none" dirty="0">
              <a:latin typeface="Consolas" panose="020B0609020204030204" pitchFamily="49" charset="0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2836677A-AA8B-E4D8-8EFD-1836330B0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768" y="5695759"/>
            <a:ext cx="1838632" cy="823998"/>
          </a:xfrm>
          <a:prstGeom prst="rect">
            <a:avLst/>
          </a:prstGeom>
        </p:spPr>
      </p:pic>
      <p:pic>
        <p:nvPicPr>
          <p:cNvPr id="13" name="Picture 2" descr="image.png">
            <a:extLst>
              <a:ext uri="{FF2B5EF4-FFF2-40B4-BE49-F238E27FC236}">
                <a16:creationId xmlns:a16="http://schemas.microsoft.com/office/drawing/2014/main" id="{2E13DA5A-2EC1-BFF8-F26E-70A60FDFA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16902"/>
            <a:ext cx="304800" cy="323850"/>
          </a:xfrm>
          <a:prstGeom prst="rect">
            <a:avLst/>
          </a:prstGeom>
        </p:spPr>
      </p:pic>
      <p:sp>
        <p:nvSpPr>
          <p:cNvPr id="17" name="TextBox 8">
            <a:extLst>
              <a:ext uri="{FF2B5EF4-FFF2-40B4-BE49-F238E27FC236}">
                <a16:creationId xmlns:a16="http://schemas.microsoft.com/office/drawing/2014/main" id="{55ED4EDF-3973-700D-1D25-C8838BA3D5A1}"/>
              </a:ext>
            </a:extLst>
          </p:cNvPr>
          <p:cNvSpPr txBox="1"/>
          <p:nvPr/>
        </p:nvSpPr>
        <p:spPr>
          <a:xfrm>
            <a:off x="1143000" y="2817587"/>
            <a:ext cx="162223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Obiettivo 2</a:t>
            </a:r>
            <a:endParaRPr sz="21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D9812785-D20E-2A33-AF9D-52F592FCC395}"/>
              </a:ext>
            </a:extLst>
          </p:cNvPr>
          <p:cNvSpPr txBox="1"/>
          <p:nvPr/>
        </p:nvSpPr>
        <p:spPr>
          <a:xfrm>
            <a:off x="1143000" y="3197902"/>
            <a:ext cx="1989327" cy="2756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Breve descrizione</a:t>
            </a:r>
            <a:endParaRPr sz="1650" b="0" i="0" u="none" dirty="0">
              <a:solidFill>
                <a:srgbClr val="525252"/>
              </a:solidFill>
              <a:latin typeface="Consolas" panose="020B0609020204030204" pitchFamily="49" charset="0"/>
            </a:endParaRPr>
          </a:p>
        </p:txBody>
      </p:sp>
      <p:pic>
        <p:nvPicPr>
          <p:cNvPr id="23" name="Picture 2" descr="image.png">
            <a:extLst>
              <a:ext uri="{FF2B5EF4-FFF2-40B4-BE49-F238E27FC236}">
                <a16:creationId xmlns:a16="http://schemas.microsoft.com/office/drawing/2014/main" id="{9055FAC2-1DA0-C07F-923F-E424A0AC2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664294"/>
            <a:ext cx="304800" cy="323850"/>
          </a:xfrm>
          <a:prstGeom prst="rect">
            <a:avLst/>
          </a:prstGeom>
        </p:spPr>
      </p:pic>
      <p:sp>
        <p:nvSpPr>
          <p:cNvPr id="25" name="TextBox 8">
            <a:extLst>
              <a:ext uri="{FF2B5EF4-FFF2-40B4-BE49-F238E27FC236}">
                <a16:creationId xmlns:a16="http://schemas.microsoft.com/office/drawing/2014/main" id="{56AAE781-239D-1402-0EF8-469EED58131A}"/>
              </a:ext>
            </a:extLst>
          </p:cNvPr>
          <p:cNvSpPr txBox="1"/>
          <p:nvPr/>
        </p:nvSpPr>
        <p:spPr>
          <a:xfrm>
            <a:off x="1143000" y="3664979"/>
            <a:ext cx="162223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Obiettivo 3</a:t>
            </a:r>
            <a:endParaRPr sz="21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E9AABAE0-6886-43C1-F6AC-B9250681AD13}"/>
              </a:ext>
            </a:extLst>
          </p:cNvPr>
          <p:cNvSpPr txBox="1"/>
          <p:nvPr/>
        </p:nvSpPr>
        <p:spPr>
          <a:xfrm>
            <a:off x="1143000" y="4045294"/>
            <a:ext cx="1989327" cy="2756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Breve descrizione</a:t>
            </a:r>
            <a:endParaRPr sz="1650" b="0" i="0" u="none" dirty="0">
              <a:solidFill>
                <a:srgbClr val="525252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43100"/>
            <a:ext cx="30480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47288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0F172A"/>
                </a:solidFill>
                <a:latin typeface="Consolas" panose="020B0609020204030204" pitchFamily="49" charset="0"/>
              </a:rPr>
              <a:t>//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81075"/>
            <a:ext cx="490839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Difficoltà</a:t>
            </a:r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 </a:t>
            </a:r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Incontrate</a:t>
            </a:r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 </a:t>
            </a:r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nel</a:t>
            </a:r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 </a:t>
            </a:r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Periodo</a:t>
            </a:r>
            <a:endParaRPr sz="3000" b="1" i="0" u="none" dirty="0">
              <a:solidFill>
                <a:srgbClr val="171717"/>
              </a:solidFill>
              <a:latin typeface="EB Garamond 08" panose="020205020602060204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1943785"/>
            <a:ext cx="1769715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1" dirty="0">
                <a:solidFill>
                  <a:srgbClr val="171717"/>
                </a:solidFill>
                <a:latin typeface="Consolas" panose="020B0609020204030204" pitchFamily="49" charset="0"/>
              </a:rPr>
              <a:t>Difficoltà 1</a:t>
            </a:r>
            <a:endParaRPr sz="21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324100"/>
            <a:ext cx="1989327" cy="2756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Breve descrizione</a:t>
            </a:r>
            <a:endParaRPr sz="1650" b="0" i="0" u="none" dirty="0">
              <a:solidFill>
                <a:srgbClr val="525252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C3174E1-ACEC-4F73-74AB-E89598D926EB}"/>
              </a:ext>
            </a:extLst>
          </p:cNvPr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311F9C7-8853-F7C3-FCDA-99664DAFDE06}"/>
              </a:ext>
            </a:extLst>
          </p:cNvPr>
          <p:cNvSpPr txBox="1"/>
          <p:nvPr/>
        </p:nvSpPr>
        <p:spPr>
          <a:xfrm>
            <a:off x="609600" y="5707648"/>
            <a:ext cx="786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u="none" dirty="0">
                <a:solidFill>
                  <a:srgbClr val="175533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6175216-8AE9-3772-45A5-4DBC1268AEFA}"/>
              </a:ext>
            </a:extLst>
          </p:cNvPr>
          <p:cNvSpPr txBox="1"/>
          <p:nvPr/>
        </p:nvSpPr>
        <p:spPr>
          <a:xfrm>
            <a:off x="609600" y="60175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400" b="1" i="0" u="none" dirty="0">
                <a:latin typeface="Consolas" panose="020B0609020204030204" pitchFamily="49" charset="0"/>
              </a:rPr>
              <a:t>Bit </a:t>
            </a:r>
            <a:r>
              <a:rPr lang="it-IT" sz="2400" b="1" i="0" u="none" dirty="0" err="1">
                <a:latin typeface="Consolas" panose="020B0609020204030204" pitchFamily="49" charset="0"/>
              </a:rPr>
              <a:t>Crusher</a:t>
            </a:r>
            <a:endParaRPr lang="it-IT" sz="2400" b="1" i="0" u="none" dirty="0">
              <a:latin typeface="Consolas" panose="020B0609020204030204" pitchFamily="49" charset="0"/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CF81C360-5752-BEF9-07B1-C2DCD554D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768" y="5695759"/>
            <a:ext cx="1838632" cy="823998"/>
          </a:xfrm>
          <a:prstGeom prst="rect">
            <a:avLst/>
          </a:prstGeom>
        </p:spPr>
      </p:pic>
      <p:pic>
        <p:nvPicPr>
          <p:cNvPr id="12" name="Picture 1" descr="image.png">
            <a:extLst>
              <a:ext uri="{FF2B5EF4-FFF2-40B4-BE49-F238E27FC236}">
                <a16:creationId xmlns:a16="http://schemas.microsoft.com/office/drawing/2014/main" id="{F609AB98-C8EB-5A70-3C4A-E0DCD1C16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66625"/>
            <a:ext cx="304800" cy="323850"/>
          </a:xfrm>
          <a:prstGeom prst="rect">
            <a:avLst/>
          </a:prstGeom>
        </p:spPr>
      </p:pic>
      <p:sp>
        <p:nvSpPr>
          <p:cNvPr id="16" name="TextBox 5">
            <a:extLst>
              <a:ext uri="{FF2B5EF4-FFF2-40B4-BE49-F238E27FC236}">
                <a16:creationId xmlns:a16="http://schemas.microsoft.com/office/drawing/2014/main" id="{ED30A001-1E7C-695F-8FAD-793B7FC8710C}"/>
              </a:ext>
            </a:extLst>
          </p:cNvPr>
          <p:cNvSpPr txBox="1"/>
          <p:nvPr/>
        </p:nvSpPr>
        <p:spPr>
          <a:xfrm>
            <a:off x="1143000" y="2767310"/>
            <a:ext cx="1769715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1" dirty="0">
                <a:solidFill>
                  <a:srgbClr val="171717"/>
                </a:solidFill>
                <a:latin typeface="Consolas" panose="020B0609020204030204" pitchFamily="49" charset="0"/>
              </a:rPr>
              <a:t>Difficoltà 2</a:t>
            </a:r>
            <a:endParaRPr sz="21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EEA3F501-67E0-ACDB-7642-299C611D14C0}"/>
              </a:ext>
            </a:extLst>
          </p:cNvPr>
          <p:cNvSpPr txBox="1"/>
          <p:nvPr/>
        </p:nvSpPr>
        <p:spPr>
          <a:xfrm>
            <a:off x="1143000" y="3147625"/>
            <a:ext cx="1989327" cy="2756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Breve descrizione</a:t>
            </a:r>
            <a:endParaRPr sz="1650" b="0" i="0" u="none" dirty="0">
              <a:solidFill>
                <a:srgbClr val="525252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43100"/>
            <a:ext cx="304800" cy="323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50815"/>
            <a:ext cx="30480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47288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Consolas" panose="020B0609020204030204" pitchFamily="49" charset="0"/>
              </a:rPr>
              <a:t>//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81075"/>
            <a:ext cx="279884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Dubbi</a:t>
            </a:r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 e </a:t>
            </a:r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Incertezze</a:t>
            </a:r>
            <a:endParaRPr sz="3000" b="1" i="0" u="none" dirty="0">
              <a:solidFill>
                <a:srgbClr val="171717"/>
              </a:solidFill>
              <a:latin typeface="EB Garamond 08" panose="020205020602060204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1914525"/>
            <a:ext cx="265457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171717"/>
                </a:solidFill>
                <a:latin typeface="Consolas" panose="020B0609020204030204" pitchFamily="49" charset="0"/>
              </a:rPr>
              <a:t>Domanda</a:t>
            </a:r>
            <a:r>
              <a:rPr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 o </a:t>
            </a:r>
            <a:r>
              <a:rPr sz="2100" b="1" i="0" u="none" dirty="0" err="1">
                <a:solidFill>
                  <a:srgbClr val="171717"/>
                </a:solidFill>
                <a:latin typeface="Consolas" panose="020B0609020204030204" pitchFamily="49" charset="0"/>
              </a:rPr>
              <a:t>Dubbio</a:t>
            </a:r>
            <a:r>
              <a:rPr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24100"/>
            <a:ext cx="10842523" cy="275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Breve descrizione</a:t>
            </a:r>
            <a:endParaRPr sz="1650" b="0" i="0" u="none" dirty="0">
              <a:solidFill>
                <a:srgbClr val="52525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922240"/>
            <a:ext cx="265457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171717"/>
                </a:solidFill>
                <a:latin typeface="Consolas" panose="020B0609020204030204" pitchFamily="49" charset="0"/>
              </a:rPr>
              <a:t>Domanda</a:t>
            </a:r>
            <a:r>
              <a:rPr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 o </a:t>
            </a:r>
            <a:r>
              <a:rPr sz="2100" b="1" i="0" u="none" dirty="0" err="1">
                <a:solidFill>
                  <a:srgbClr val="171717"/>
                </a:solidFill>
                <a:latin typeface="Consolas" panose="020B0609020204030204" pitchFamily="49" charset="0"/>
              </a:rPr>
              <a:t>Dubbio</a:t>
            </a:r>
            <a:r>
              <a:rPr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31815"/>
            <a:ext cx="10842523" cy="275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Breve descrizione</a:t>
            </a:r>
            <a:endParaRPr sz="1650" b="0" i="0" u="none" dirty="0">
              <a:solidFill>
                <a:srgbClr val="525252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510D0AA-9575-1245-3B74-6515C972FC3D}"/>
              </a:ext>
            </a:extLst>
          </p:cNvPr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EB17D00-EB15-B777-831D-F4D83B94AB61}"/>
              </a:ext>
            </a:extLst>
          </p:cNvPr>
          <p:cNvSpPr txBox="1"/>
          <p:nvPr/>
        </p:nvSpPr>
        <p:spPr>
          <a:xfrm>
            <a:off x="609600" y="5707648"/>
            <a:ext cx="786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u="none" dirty="0">
                <a:solidFill>
                  <a:srgbClr val="175533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74E3BE2-43B7-CE3E-2867-935EE2EE83A9}"/>
              </a:ext>
            </a:extLst>
          </p:cNvPr>
          <p:cNvSpPr txBox="1"/>
          <p:nvPr/>
        </p:nvSpPr>
        <p:spPr>
          <a:xfrm>
            <a:off x="609600" y="60175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400" b="1" i="0" u="none" dirty="0">
                <a:latin typeface="Consolas" panose="020B0609020204030204" pitchFamily="49" charset="0"/>
              </a:rPr>
              <a:t>Bit </a:t>
            </a:r>
            <a:r>
              <a:rPr lang="it-IT" sz="2400" b="1" i="0" u="none" dirty="0" err="1">
                <a:latin typeface="Consolas" panose="020B0609020204030204" pitchFamily="49" charset="0"/>
              </a:rPr>
              <a:t>Crusher</a:t>
            </a:r>
            <a:endParaRPr lang="it-IT" sz="2400" b="1" i="0" u="none" dirty="0">
              <a:latin typeface="Consolas" panose="020B0609020204030204" pitchFamily="49" charset="0"/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6C6670AC-4470-5668-0E0A-50FB9BCB1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768" y="5695759"/>
            <a:ext cx="1838632" cy="823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48596" y="3300412"/>
            <a:ext cx="4494820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it-IT" sz="4800" b="1" i="0" u="none" dirty="0">
                <a:solidFill>
                  <a:srgbClr val="F5F5F5"/>
                </a:solidFill>
                <a:latin typeface="EB Garamond 08" panose="02020502060206020404" pitchFamily="18" charset="0"/>
              </a:rPr>
              <a:t>Fine Presentazione</a:t>
            </a:r>
            <a:endParaRPr sz="4800" b="1" i="0" u="none" dirty="0">
              <a:solidFill>
                <a:srgbClr val="F5F5F5"/>
              </a:solidFill>
              <a:latin typeface="EB Garamond 08" panose="020205020602060204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26421" y="4224337"/>
            <a:ext cx="253915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10B981"/>
                </a:solidFill>
                <a:latin typeface="Consolas" panose="020B0609020204030204" pitchFamily="49" charset="0"/>
              </a:rPr>
              <a:t>bitcrusherteam@gmail.com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DEFEF89E-AF97-7E8B-1197-ACC4BDF80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315" y="736113"/>
            <a:ext cx="2733368" cy="2733368"/>
          </a:xfrm>
          <a:prstGeom prst="rect">
            <a:avLst/>
          </a:prstGeom>
        </p:spPr>
      </p:pic>
      <p:sp>
        <p:nvSpPr>
          <p:cNvPr id="37" name="Rectangle 1">
            <a:extLst>
              <a:ext uri="{FF2B5EF4-FFF2-40B4-BE49-F238E27FC236}">
                <a16:creationId xmlns:a16="http://schemas.microsoft.com/office/drawing/2014/main" id="{10C8B8C9-4B69-C15A-9B25-85DD2F48AEEF}"/>
              </a:ext>
            </a:extLst>
          </p:cNvPr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E3BBB800-1CA5-E22B-934C-D5FB321F666F}"/>
              </a:ext>
            </a:extLst>
          </p:cNvPr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E8C71E97-D730-07EC-715B-52517F2D821E}"/>
              </a:ext>
            </a:extLst>
          </p:cNvPr>
          <p:cNvSpPr txBox="1"/>
          <p:nvPr/>
        </p:nvSpPr>
        <p:spPr>
          <a:xfrm>
            <a:off x="609599" y="5909090"/>
            <a:ext cx="44505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10B981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C4F1653E-29E9-C11B-C194-49FB901908B1}"/>
              </a:ext>
            </a:extLst>
          </p:cNvPr>
          <p:cNvSpPr txBox="1"/>
          <p:nvPr/>
        </p:nvSpPr>
        <p:spPr>
          <a:xfrm>
            <a:off x="609599" y="6118640"/>
            <a:ext cx="186910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5F5F5"/>
                </a:solidFill>
                <a:latin typeface="Consolas" panose="020B0609020204030204" pitchFamily="49" charset="0"/>
              </a:rPr>
              <a:t>Bit Crusher</a:t>
            </a:r>
          </a:p>
        </p:txBody>
      </p:sp>
      <p:pic>
        <p:nvPicPr>
          <p:cNvPr id="45" name="Immagine 44">
            <a:extLst>
              <a:ext uri="{FF2B5EF4-FFF2-40B4-BE49-F238E27FC236}">
                <a16:creationId xmlns:a16="http://schemas.microsoft.com/office/drawing/2014/main" id="{3B34B302-5136-6C82-D83F-5180B3611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730" y="5758189"/>
            <a:ext cx="2187670" cy="980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e2f480-fc24-465d-9e13-d8b5f4576de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D875CB62D30546B7333748BB1E0C7E" ma:contentTypeVersion="6" ma:contentTypeDescription="Creare un nuovo documento." ma:contentTypeScope="" ma:versionID="f6f0c034a3884a88e9244921c01f1354">
  <xsd:schema xmlns:xsd="http://www.w3.org/2001/XMLSchema" xmlns:xs="http://www.w3.org/2001/XMLSchema" xmlns:p="http://schemas.microsoft.com/office/2006/metadata/properties" xmlns:ns3="1ce2f480-fc24-465d-9e13-d8b5f4576dec" targetNamespace="http://schemas.microsoft.com/office/2006/metadata/properties" ma:root="true" ma:fieldsID="39abafef63a7f5406d44259bfe2ff5f0" ns3:_="">
    <xsd:import namespace="1ce2f480-fc24-465d-9e13-d8b5f4576de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e2f480-fc24-465d-9e13-d8b5f4576de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64E0E5-E1E8-4132-A7F5-670E6270F9CA}">
  <ds:schemaRefs>
    <ds:schemaRef ds:uri="http://schemas.microsoft.com/office/2006/documentManagement/types"/>
    <ds:schemaRef ds:uri="http://purl.org/dc/elements/1.1/"/>
    <ds:schemaRef ds:uri="1ce2f480-fc24-465d-9e13-d8b5f4576dec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17C524E-B484-4886-A9FF-7660534CA3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157EC8-C243-4925-A491-18D29D3844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e2f480-fc24-465d-9e13-d8b5f4576d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102</Words>
  <Application>Microsoft Office PowerPoint</Application>
  <PresentationFormat>Widescreen</PresentationFormat>
  <Paragraphs>43</Paragraphs>
  <Slides>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2" baseType="lpstr">
      <vt:lpstr>EB Garamond 08</vt:lpstr>
      <vt:lpstr>Calibri</vt:lpstr>
      <vt:lpstr>Consolas</vt:lpstr>
      <vt:lpstr>Arial</vt:lpstr>
      <vt:lpstr>Aptos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Tufano</cp:lastModifiedBy>
  <cp:revision>4</cp:revision>
  <dcterms:created xsi:type="dcterms:W3CDTF">2013-01-27T09:14:16Z</dcterms:created>
  <dcterms:modified xsi:type="dcterms:W3CDTF">2026-10-29T20:18:54Z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0x01010016D875CB62D30546B7333748BB1E0C7E</vt:lpwstr>
  </property>
</Properties>
</file>